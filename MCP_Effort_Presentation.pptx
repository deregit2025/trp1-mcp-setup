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57" d="100"/>
          <a:sy n="57" d="100"/>
        </p:scale>
        <p:origin x="78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7942F-4F2B-3FA0-6ED4-9CCD8E3F9C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5FDE05-2E4E-3794-BDEE-2CBE248308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0CAF8-0244-B6D8-875E-CE69E07A3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B9B72-2C3D-4570-A875-27A09B9CF1AC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0E18C-DBA6-284C-41A8-FD8767648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94D65-EB6E-FBC9-EAF7-76F9478F3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412C-ADAC-45AD-8BC5-ED107EDD5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30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2C70F-4D34-3FF6-5AEA-777E155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B74A6-3E45-9713-D267-ECB23436D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21301-6D21-2CD3-98F4-B985EAB30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B9B72-2C3D-4570-A875-27A09B9CF1AC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1071C-C6C6-6A69-AB8A-F773AE7F1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D4DE7-6079-D973-BB7B-E38AA32A5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412C-ADAC-45AD-8BC5-ED107EDD5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622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5D56D-2246-2083-0750-22375836C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5E85C7-3713-2D5E-3335-F9F86412D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A4AD7-A3B2-DB17-E863-5AFC33C68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B9B72-2C3D-4570-A875-27A09B9CF1AC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B7EBC-BD3F-082F-0993-6046697C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1183B-7A4B-79E1-894A-027621F0B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412C-ADAC-45AD-8BC5-ED107EDD5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726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50F02-81BC-42DF-FBB5-F328F317D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D6FD4-CC87-C1AD-FF78-2792B1E762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3F176-ABB6-C483-F288-7B0D799B2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E2DF3-A33B-D77B-35A9-3014D5CA5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B9B72-2C3D-4570-A875-27A09B9CF1AC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DA74D-02E2-7E13-0402-D276C0E4A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CC37E-D0F2-210E-6F53-9E8A7FAC8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412C-ADAC-45AD-8BC5-ED107EDD5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87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FF0A6-D925-5052-9CBD-0D97B4F0E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92D992-C360-0970-DB6E-E9930C8E9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15EBC-3E67-E35A-4BCA-7124122BC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B45FA4-E61F-559D-1B4B-D889343412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F1F502-F739-3204-6535-2C558894F7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BFEA77-E881-1996-972C-DB509A69A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B9B72-2C3D-4570-A875-27A09B9CF1AC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D54698-EFA6-DF6E-D1DB-AC82EA5B4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17F11B-1F20-3764-BBD8-2017B9B04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412C-ADAC-45AD-8BC5-ED107EDD5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176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267D5-CCFC-2BD4-2F40-E50EAC862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843C2D-75CF-B45A-3021-F2B0440A5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B9B72-2C3D-4570-A875-27A09B9CF1AC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AF0CC7-6C5D-6652-BE22-49EACE68B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0AC09-F933-8B81-6C27-0CE0529E7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412C-ADAC-45AD-8BC5-ED107EDD5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622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E8A21D-5A0A-085A-3106-0D270D16C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B9B72-2C3D-4570-A875-27A09B9CF1AC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FC7C3C-4F88-D16E-78AE-29AEDFD36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DEFC7-E185-F300-5B95-B323B51B8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412C-ADAC-45AD-8BC5-ED107EDD5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427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82F1B-F437-CF44-F3D4-9059C34D9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18CD6-AEE6-FB27-0308-E5C4F288F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5F2D38-7123-D623-9F78-6552F55BA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7C0D6-6041-E370-69F3-F5CDCDC93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B9B72-2C3D-4570-A875-27A09B9CF1AC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2DEEB0-C466-BA20-5E2C-0D7EC2D78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7B824-BFC3-3D8E-F286-EC829815D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412C-ADAC-45AD-8BC5-ED107EDD5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975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A9E33-0DED-58D5-F582-819C2D3F5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9E0B01-57EC-44D5-8C85-14E5B48EFE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33EDA8-71D0-7365-097E-442A9F328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DBA9F2-4B89-FA19-8102-DA06E42B5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B9B72-2C3D-4570-A875-27A09B9CF1AC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1A685-B15B-3923-D141-C5287BDCF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05A0B-AFA3-FD66-60D3-A7B0A37AA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412C-ADAC-45AD-8BC5-ED107EDD5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58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83DE-3B7A-010B-0730-B1896C21F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FC208C-DABF-2A47-A39D-79D78F78A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C3A04-D6B2-5D01-6A6C-B45EAFE27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B9B72-2C3D-4570-A875-27A09B9CF1AC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3716C-B137-831D-4F35-14C77BDF9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66C53-F050-9669-0CAC-D9D06EC84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412C-ADAC-45AD-8BC5-ED107EDD5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623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08875A-1334-B297-17A4-96E9EF398D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4A1544-141B-042E-F9B3-C635715EC4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4BBF8-FFF0-5D80-F2A2-6E1EE49F5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B9B72-2C3D-4570-A875-27A09B9CF1AC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EE7AE-30C7-DED0-CB76-6DEE76FBE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EE165-DBB3-7539-4026-EBDAF20FF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412C-ADAC-45AD-8BC5-ED107EDD5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683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96F56C-967F-E32C-E045-E2713245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811879-3565-F151-9255-A5E1889B2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81CBC-4264-2FD1-F8AC-AE3452A508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B9B72-2C3D-4570-A875-27A09B9CF1AC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189AD-8822-6BB4-A993-FBF61A4339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47595-83F9-30EA-510E-D22587C6CE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1412C-ADAC-45AD-8BC5-ED107EDD5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20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6B993-3203-4E8E-06E9-6F908FD239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3A4A63-ACF7-633F-1301-A7F1172A72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019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97BD1-C79F-E9DA-6F5C-50AFB31B1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08294-5D05-9BAF-57D6-23F77F4EC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Title:</a:t>
            </a:r>
            <a:br>
              <a:rPr lang="en-US" dirty="0"/>
            </a:br>
            <a:r>
              <a:rPr lang="en-US" dirty="0" err="1"/>
              <a:t>Tenx</a:t>
            </a:r>
            <a:r>
              <a:rPr lang="en-US" dirty="0"/>
              <a:t> MCP Setup &amp; AI Agent Configuration</a:t>
            </a:r>
            <a:br>
              <a:rPr lang="en-US" dirty="0"/>
            </a:br>
            <a:r>
              <a:rPr lang="en-US" b="1" dirty="0"/>
              <a:t>Subtitle:</a:t>
            </a:r>
            <a:br>
              <a:rPr lang="en-US" dirty="0"/>
            </a:br>
            <a:r>
              <a:rPr lang="en-US" dirty="0"/>
              <a:t>TRP-1 MCP Setup Challenge</a:t>
            </a:r>
            <a:br>
              <a:rPr lang="en-US" dirty="0"/>
            </a:br>
            <a:r>
              <a:rPr lang="en-US" b="1" dirty="0"/>
              <a:t>Name:</a:t>
            </a:r>
            <a:r>
              <a:rPr lang="en-US" dirty="0"/>
              <a:t> Dereje Derib</a:t>
            </a:r>
            <a:br>
              <a:rPr lang="en-US" dirty="0"/>
            </a:br>
            <a:r>
              <a:rPr lang="en-US" b="1" dirty="0"/>
              <a:t>IDE:</a:t>
            </a:r>
            <a:r>
              <a:rPr lang="en-US" dirty="0"/>
              <a:t> VS Code</a:t>
            </a:r>
            <a:br>
              <a:rPr lang="en-US" dirty="0"/>
            </a:br>
            <a:r>
              <a:rPr lang="en-US" b="1" dirty="0"/>
              <a:t>Date:</a:t>
            </a:r>
            <a:r>
              <a:rPr lang="en-US" dirty="0"/>
              <a:t> 2/2/2026</a:t>
            </a:r>
          </a:p>
        </p:txBody>
      </p:sp>
    </p:spTree>
    <p:extLst>
      <p:ext uri="{BB962C8B-B14F-4D97-AF65-F5344CB8AC3E}">
        <p14:creationId xmlns:p14="http://schemas.microsoft.com/office/powerpoint/2010/main" val="4262604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2DD10-89EE-00F7-6038-85688E408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F576-0FC2-9582-183A-74FC0880F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Objective of the Challenge</a:t>
            </a:r>
            <a:endParaRPr lang="en-US" dirty="0"/>
          </a:p>
          <a:p>
            <a:r>
              <a:rPr lang="en-US" dirty="0"/>
              <a:t>Configure VS Code with </a:t>
            </a:r>
            <a:r>
              <a:rPr lang="en-US" dirty="0" err="1"/>
              <a:t>Tenx</a:t>
            </a:r>
            <a:r>
              <a:rPr lang="en-US" dirty="0"/>
              <a:t> MCP server</a:t>
            </a:r>
          </a:p>
          <a:p>
            <a:r>
              <a:rPr lang="en-US" dirty="0"/>
              <a:t>Enable non-invasive MCP logging</a:t>
            </a:r>
          </a:p>
          <a:p>
            <a:r>
              <a:rPr lang="en-US" dirty="0"/>
              <a:t>Improve AI agent behavior using rules</a:t>
            </a:r>
          </a:p>
          <a:p>
            <a:r>
              <a:rPr lang="en-US" dirty="0"/>
              <a:t>Document setup, experimentation, and insights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369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31979-B0F6-EF66-866F-D80FE6A17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MCP Environment Setup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68347-71E8-5A8D-5B46-45DE2D1FC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Tools &amp; Configuration</a:t>
            </a:r>
            <a:endParaRPr lang="en-US" dirty="0"/>
          </a:p>
          <a:p>
            <a:r>
              <a:rPr lang="en-US" dirty="0"/>
              <a:t>VS Code (latest)</a:t>
            </a:r>
          </a:p>
          <a:p>
            <a:r>
              <a:rPr lang="en-US" dirty="0"/>
              <a:t>GitHub Copilot</a:t>
            </a:r>
          </a:p>
          <a:p>
            <a:r>
              <a:rPr lang="en-US" dirty="0"/>
              <a:t>GitHub Copilot Chat</a:t>
            </a:r>
          </a:p>
          <a:p>
            <a:r>
              <a:rPr lang="en-US" dirty="0"/>
              <a:t>MCP Server: </a:t>
            </a:r>
            <a:r>
              <a:rPr lang="en-US" dirty="0" err="1"/>
              <a:t>tenxfeedbackanalytics</a:t>
            </a:r>
            <a:endParaRPr lang="en-US" dirty="0"/>
          </a:p>
          <a:p>
            <a:r>
              <a:rPr lang="en-US" dirty="0"/>
              <a:t>MCP Type: HTTP</a:t>
            </a:r>
          </a:p>
          <a:p>
            <a:r>
              <a:rPr lang="en-US" dirty="0"/>
              <a:t>Endpoint: https://mcppulse.10academy.org/proxy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787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4C060-BD62-BCD7-EED1-B62FFBC07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MCP Server Status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FD979-DCF5-C5E5-F835-EA5E2CF71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Verification</a:t>
            </a:r>
            <a:endParaRPr lang="en-US" dirty="0"/>
          </a:p>
          <a:p>
            <a:r>
              <a:rPr lang="en-US" dirty="0"/>
              <a:t>MCP server visible in .</a:t>
            </a:r>
            <a:r>
              <a:rPr lang="en-US" dirty="0" err="1"/>
              <a:t>vscode</a:t>
            </a:r>
            <a:r>
              <a:rPr lang="en-US" dirty="0"/>
              <a:t>/</a:t>
            </a:r>
            <a:r>
              <a:rPr lang="en-US" dirty="0" err="1"/>
              <a:t>mcp.json</a:t>
            </a:r>
            <a:endParaRPr lang="en-US" dirty="0"/>
          </a:p>
          <a:p>
            <a:r>
              <a:rPr lang="en-US" dirty="0"/>
              <a:t>Status: </a:t>
            </a:r>
            <a:r>
              <a:rPr lang="en-US" b="1" dirty="0"/>
              <a:t>Running</a:t>
            </a:r>
            <a:endParaRPr lang="en-US" dirty="0"/>
          </a:p>
          <a:p>
            <a:r>
              <a:rPr lang="en-US" dirty="0"/>
              <a:t>Tools detected:</a:t>
            </a:r>
          </a:p>
          <a:p>
            <a:pPr lvl="1"/>
            <a:r>
              <a:rPr lang="en-US" dirty="0" err="1"/>
              <a:t>log_passage_time_trigger</a:t>
            </a:r>
            <a:endParaRPr lang="en-US" dirty="0"/>
          </a:p>
          <a:p>
            <a:pPr lvl="1"/>
            <a:r>
              <a:rPr lang="en-US" dirty="0" err="1"/>
              <a:t>log_performance_outlier_trigger</a:t>
            </a:r>
            <a:endParaRPr lang="en-US" dirty="0"/>
          </a:p>
          <a:p>
            <a:r>
              <a:rPr lang="en-US" dirty="0"/>
              <a:t>GitHub authentication completed successfully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779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F0AEE-F65E-425A-84AC-D50BDCD98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–Rules File Iteration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06F3B-F1F3-EFF2-8383-CE56B409B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.</a:t>
            </a:r>
            <a:r>
              <a:rPr lang="en-US" b="1" dirty="0" err="1"/>
              <a:t>github</a:t>
            </a:r>
            <a:r>
              <a:rPr lang="en-US" b="1" dirty="0"/>
              <a:t>/copilot-instructions.md</a:t>
            </a:r>
          </a:p>
          <a:p>
            <a:pPr marL="0" indent="0">
              <a:buNone/>
            </a:pPr>
            <a:r>
              <a:rPr lang="en-US" b="1" dirty="0"/>
              <a:t>Iterations</a:t>
            </a:r>
            <a:endParaRPr lang="en-US" dirty="0"/>
          </a:p>
          <a:p>
            <a:r>
              <a:rPr lang="en-US" dirty="0"/>
              <a:t>Initial generic rules</a:t>
            </a:r>
          </a:p>
          <a:p>
            <a:r>
              <a:rPr lang="en-US" dirty="0"/>
              <a:t>Added clarification-first behavior</a:t>
            </a:r>
          </a:p>
          <a:p>
            <a:r>
              <a:rPr lang="en-US" dirty="0"/>
              <a:t>Reduced verbosity</a:t>
            </a:r>
          </a:p>
          <a:p>
            <a:r>
              <a:rPr lang="en-US" dirty="0"/>
              <a:t>Improved context awareness</a:t>
            </a:r>
          </a:p>
          <a:p>
            <a:r>
              <a:rPr lang="en-US" dirty="0"/>
              <a:t>Aligned responses with MCP logging expectations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735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192D4-13DF-CF94-2052-D7561E50E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Challenges Faced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055C1-D6F6-896E-BD5F-5F678B9CC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Issues Encountered</a:t>
            </a:r>
            <a:endParaRPr lang="en-US" dirty="0"/>
          </a:p>
          <a:p>
            <a:r>
              <a:rPr lang="en-US" dirty="0"/>
              <a:t>“Add Server” button unresponsive initially</a:t>
            </a:r>
          </a:p>
          <a:p>
            <a:r>
              <a:rPr lang="en-US" dirty="0"/>
              <a:t>MCP extension stuck on “Activating”</a:t>
            </a:r>
          </a:p>
          <a:p>
            <a:r>
              <a:rPr lang="en-US" dirty="0"/>
              <a:t>Agent responses delayed or loading indefinitely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696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FFFB7-EF5F-B39C-2F01-662061518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Troubleshooting Approach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D8AF9-BFAF-7793-CA7B-B03BBED52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 Did</a:t>
            </a:r>
            <a:endParaRPr lang="en-US" dirty="0"/>
          </a:p>
          <a:p>
            <a:r>
              <a:rPr lang="en-US" dirty="0"/>
              <a:t>Verified Copilot extensions were enabled</a:t>
            </a:r>
          </a:p>
          <a:p>
            <a:r>
              <a:rPr lang="en-US" dirty="0"/>
              <a:t>Reloaded VS Code (Developer Reload Window)</a:t>
            </a:r>
          </a:p>
          <a:p>
            <a:r>
              <a:rPr lang="en-US" dirty="0"/>
              <a:t>Re-authenticated GitHub</a:t>
            </a:r>
          </a:p>
          <a:p>
            <a:r>
              <a:rPr lang="en-US" dirty="0"/>
              <a:t>Validated MCP headers and type (HTTP)</a:t>
            </a:r>
          </a:p>
          <a:p>
            <a:r>
              <a:rPr lang="en-US" dirty="0"/>
              <a:t>Simplified rules file to reduce response overhead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075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567D2-3677-F7DC-6239-F5D0DA57D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Insights Gained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0993F-C906-5660-4EAB-BEE1019FC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Learnings</a:t>
            </a:r>
            <a:endParaRPr lang="en-US" dirty="0"/>
          </a:p>
          <a:p>
            <a:r>
              <a:rPr lang="en-US" dirty="0"/>
              <a:t>MCP logging runs silently in background</a:t>
            </a:r>
          </a:p>
          <a:p>
            <a:r>
              <a:rPr lang="en-US" dirty="0"/>
              <a:t>Rules strongly influence AI behavior and verbosity</a:t>
            </a:r>
          </a:p>
          <a:p>
            <a:r>
              <a:rPr lang="en-US" dirty="0"/>
              <a:t>Shorter, clearer rules improve agent responsiveness</a:t>
            </a:r>
          </a:p>
          <a:p>
            <a:r>
              <a:rPr lang="en-US" dirty="0"/>
              <a:t>MCP server connection ≠ agent response speed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873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AFC51-DFD1-F0F3-B60B-58E6DA367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Conclusion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64411-79A0-1AE4-8DFC-92FFDE8A3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Outcome</a:t>
            </a:r>
            <a:endParaRPr lang="en-US" dirty="0"/>
          </a:p>
          <a:p>
            <a:r>
              <a:rPr lang="en-US" dirty="0"/>
              <a:t>MCP server configured and running</a:t>
            </a:r>
          </a:p>
          <a:p>
            <a:r>
              <a:rPr lang="en-US" dirty="0"/>
              <a:t>AI agent rules customized and tested</a:t>
            </a:r>
          </a:p>
          <a:p>
            <a:r>
              <a:rPr lang="en-US" dirty="0"/>
              <a:t>Documentation and artifacts created</a:t>
            </a:r>
          </a:p>
          <a:p>
            <a:r>
              <a:rPr lang="en-US" dirty="0"/>
              <a:t>Clear understanding of AI agent orchestration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189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Objective </vt:lpstr>
      <vt:lpstr>MCP Environment Setup </vt:lpstr>
      <vt:lpstr>MCP Server Status </vt:lpstr>
      <vt:lpstr>–Rules File Iteration</vt:lpstr>
      <vt:lpstr>Challenges Faced</vt:lpstr>
      <vt:lpstr>Troubleshooting Approach</vt:lpstr>
      <vt:lpstr>Insights Gained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dereje derib</dc:creator>
  <cp:lastModifiedBy>dereje derib</cp:lastModifiedBy>
  <cp:revision>1</cp:revision>
  <dcterms:created xsi:type="dcterms:W3CDTF">2026-02-02T11:30:16Z</dcterms:created>
  <dcterms:modified xsi:type="dcterms:W3CDTF">2026-02-02T11:30:56Z</dcterms:modified>
</cp:coreProperties>
</file>